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RiceGuard AI – Disease Detection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Detection Date: N/A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Detection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Disease: Rice Blast</a:t>
            </a:r>
          </a:p>
          <a:p>
            <a:pPr/>
            <a:r>
              <a:t>Severity: Mild</a:t>
            </a:r>
          </a:p>
          <a:p>
            <a:pPr/>
            <a:r>
              <a:t>Confidence: 52.92%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Symptoms Identified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Diamond-shaped lesions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Recommended Treatment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Spray Tricyclazole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Prevention Measures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Use blast-resistant varieties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